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EduLense as a cross-platform study workspace. Mention that this section explains the need for the app, the users it serves, and the differentiators that make it stand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about one minute here. Emphasize fragmentation, context switching, and accessibility gaps. Close by explaining that EduLense unifies those tasks in a single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about 45 seconds here. Define the main student audience first, then mention secondary audiences and the importance of accessibility as a core user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closing slide to answer the uniqueness question directly. End on the idea that EduLense is differentiated by platform consistency plus accessibility-centered design for learning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13F"/>
                </a:solidFill>
                <a:latin typeface="Aptos Display"/>
              </a:rPr>
              <a:t>EduLense Project Overview</a:t>
            </a:r>
          </a:p>
          <a:p>
            <a:pPr>
              <a:defRPr sz="1300">
                <a:solidFill>
                  <a:srgbClr val="5F6C7C"/>
                </a:solidFill>
                <a:latin typeface="Aptos"/>
              </a:defRPr>
            </a:pPr>
            <a:r>
              <a:t>3-minute presentation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1554480"/>
          </a:xfrm>
          <a:prstGeom prst="roundRect">
            <a:avLst/>
          </a:prstGeom>
          <a:solidFill>
            <a:srgbClr val="3674B5"/>
          </a:solidFill>
          <a:ln>
            <a:solidFill>
              <a:srgbClr val="36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What EduLense Is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A multi-platform learning workspace available on web, desktop, React Native, and Flutter-based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1554480"/>
          </a:xfrm>
          <a:prstGeom prst="round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Core Experience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Authentication, dashboard, courses, notes, profile, settings, and accessibility-first preferences across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Built to support consistent studying across browser, desktop, and mobile environments.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Designed around local-first workflows, quick access to learning tools, and inclusive usability.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This section answers: what problem the app solves, who it serves, and why it is different.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7C"/>
                </a:solidFill>
                <a:latin typeface="Aptos"/>
              </a:defRPr>
            </a:pPr>
            <a:r>
              <a:t>EduLense |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13F"/>
                </a:solidFill>
                <a:latin typeface="Aptos Display"/>
              </a:rPr>
              <a:t>What Problem Does The App Solve?</a:t>
            </a:r>
          </a:p>
          <a:p>
            <a:pPr>
              <a:defRPr sz="1300">
                <a:solidFill>
                  <a:srgbClr val="5F6C7C"/>
                </a:solidFill>
                <a:latin typeface="Aptos"/>
              </a:defRPr>
            </a:pPr>
            <a:r>
              <a:t>Students often manage coursework across fragmented tools and devices.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  <a:latin typeface="Aptos"/>
              </a:defRPr>
            </a:pPr>
            <a:r>
              <a:t>Learning tasks are spread across notes apps, course portals, reminders, and device-specific workflows.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  <a:latin typeface="Aptos"/>
              </a:defRPr>
            </a:pPr>
            <a:r>
              <a:t>Switching between platforms can break focus and create inconsistent user experiences.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  <a:latin typeface="Aptos"/>
              </a:defRPr>
            </a:pPr>
            <a:r>
              <a:t>Many productivity tools are not designed with accessibility preferences or left-handed interaction in mind.</a:t>
            </a:r>
          </a:p>
          <a:p>
            <a:pPr>
              <a:spcAft>
                <a:spcPts val="1200"/>
              </a:spcAft>
              <a:defRPr sz="2000">
                <a:solidFill>
                  <a:srgbClr val="222831"/>
                </a:solidFill>
                <a:latin typeface="Aptos"/>
              </a:defRPr>
            </a:pPr>
            <a:r>
              <a:t>EduLense combines study organization, course tracking, notes, and preferences into one consistent workspace.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566160" cy="2560320"/>
          </a:xfrm>
          <a:prstGeom prst="roundRect">
            <a:avLst/>
          </a:prstGeom>
          <a:solidFill>
            <a:srgbClr val="0E213F"/>
          </a:solidFill>
          <a:ln>
            <a:solidFill>
              <a:srgbClr val="0E2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In one sentence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EduLense reduces friction by giving learners a single, accessible place to organize and continue their academic work on any major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7C"/>
                </a:solidFill>
                <a:latin typeface="Aptos"/>
              </a:defRPr>
            </a:pPr>
            <a:r>
              <a:t>EduLense | 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13F"/>
                </a:solidFill>
                <a:latin typeface="Aptos Display"/>
              </a:rPr>
              <a:t>Who Are The Target Users?</a:t>
            </a:r>
          </a:p>
          <a:p>
            <a:pPr>
              <a:defRPr sz="1300">
                <a:solidFill>
                  <a:srgbClr val="5F6C7C"/>
                </a:solidFill>
                <a:latin typeface="Aptos"/>
              </a:defRPr>
            </a:pPr>
            <a:r>
              <a:t>Primary users are students who need flexible, accessible study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474720" cy="1828800"/>
          </a:xfrm>
          <a:prstGeom prst="roundRect">
            <a:avLst/>
          </a:prstGeom>
          <a:solidFill>
            <a:srgbClr val="3674B5"/>
          </a:solidFill>
          <a:ln>
            <a:solidFill>
              <a:srgbClr val="36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Primary Users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College students and lifelong learners who move between phones, laptops, browsers, and desktop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554480"/>
            <a:ext cx="3474720" cy="1828800"/>
          </a:xfrm>
          <a:prstGeom prst="round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Secondary Users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Teams evaluating cross-platform product delivery, instructors demonstrating accessible study tools, and reviewers comparing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54480"/>
            <a:ext cx="3108960" cy="1828800"/>
          </a:xfrm>
          <a:prstGeom prst="roundRect">
            <a:avLst/>
          </a:prstGeom>
          <a:solidFill>
            <a:srgbClr val="0E213F"/>
          </a:solidFill>
          <a:ln>
            <a:solidFill>
              <a:srgbClr val="0E2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Accessibility Focus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Users who benefit from large text, high contrast, left-handed layout support, and clearer keyboard or assistive-tech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831"/>
                </a:solidFill>
                <a:latin typeface="Aptos"/>
              </a:defRPr>
            </a:pPr>
            <a:r>
              <a:t>Best fit for learners who want continuity across devices instead of restarting their workflow on each platform.</a:t>
            </a:r>
          </a:p>
          <a:p>
            <a:pPr>
              <a:spcAft>
                <a:spcPts val="1200"/>
              </a:spcAft>
              <a:defRPr sz="1800">
                <a:solidFill>
                  <a:srgbClr val="222831"/>
                </a:solidFill>
                <a:latin typeface="Aptos"/>
              </a:defRPr>
            </a:pPr>
            <a:r>
              <a:t>Useful for users who care about organization, fast access to notes, and predictable navigation.</a:t>
            </a:r>
          </a:p>
          <a:p>
            <a:pPr>
              <a:spcAft>
                <a:spcPts val="1200"/>
              </a:spcAft>
              <a:defRPr sz="1800">
                <a:solidFill>
                  <a:srgbClr val="222831"/>
                </a:solidFill>
                <a:latin typeface="Aptos"/>
              </a:defRPr>
            </a:pPr>
            <a:r>
              <a:t>Especially relevant where accessibility is part of the core product experience, not an afterthought.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7C"/>
                </a:solidFill>
                <a:latin typeface="Aptos"/>
              </a:defRPr>
            </a:pPr>
            <a:r>
              <a:t>EduLense | 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13F"/>
                </a:solidFill>
                <a:latin typeface="Aptos Display"/>
              </a:rPr>
              <a:t>What Makes EduLense Unique?</a:t>
            </a:r>
          </a:p>
          <a:p>
            <a:pPr>
              <a:defRPr sz="1300">
                <a:solidFill>
                  <a:srgbClr val="5F6C7C"/>
                </a:solidFill>
                <a:latin typeface="Aptos"/>
              </a:defRPr>
            </a:pPr>
            <a:r>
              <a:t>Its value comes from combining consistency, accessibility, and broad platform coverage.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406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831"/>
                </a:solidFill>
                <a:latin typeface="Aptos"/>
              </a:defRPr>
            </a:pPr>
            <a:r>
              <a:t>Cross-platform by design: the same product idea is implemented across web, desktop, React Native, and Flutter clients.</a:t>
            </a:r>
          </a:p>
          <a:p>
            <a:pPr>
              <a:spcAft>
                <a:spcPts val="1200"/>
              </a:spcAft>
              <a:defRPr sz="1800">
                <a:solidFill>
                  <a:srgbClr val="222831"/>
                </a:solidFill>
                <a:latin typeface="Aptos"/>
              </a:defRPr>
            </a:pPr>
            <a:r>
              <a:t>Accessibility-first experience: left-handed mode, large text, high contrast, semantic navigation, and keyboard-aware flows are built into the product story.</a:t>
            </a:r>
          </a:p>
          <a:p>
            <a:pPr>
              <a:spcAft>
                <a:spcPts val="1200"/>
              </a:spcAft>
              <a:defRPr sz="1800">
                <a:solidFill>
                  <a:srgbClr val="222831"/>
                </a:solidFill>
                <a:latin typeface="Aptos"/>
              </a:defRPr>
            </a:pPr>
            <a:r>
              <a:t>Local-first productivity: users can sign in quickly, continue as guest, manage notes, and navigate core study workflows without depending on a heavy backend.</a:t>
            </a:r>
          </a:p>
          <a:p>
            <a:pPr>
              <a:spcAft>
                <a:spcPts val="1200"/>
              </a:spcAft>
              <a:defRPr sz="1800">
                <a:solidFill>
                  <a:srgbClr val="222831"/>
                </a:solidFill>
                <a:latin typeface="Aptos"/>
              </a:defRPr>
            </a:pPr>
            <a:r>
              <a:t>Educational focus: the app is organized around courses, notes, dashboards, and study actions rather than generic task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920240"/>
            <a:ext cx="2834640" cy="2743200"/>
          </a:xfrm>
          <a:prstGeom prst="round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Takeaway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EduLense is not just another planner. It is a learning workspace intentionally designed to stay usable, familiar, and accessible wherever the student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7C"/>
                </a:solidFill>
                <a:latin typeface="Aptos"/>
              </a:defRPr>
            </a:pPr>
            <a:r>
              <a:t>EduLense | Project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